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C8A43-13E1-436B-B20F-9316307129D5}" v="421" dt="2025-11-28T20:09:10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2F137B-4881-4271-BA42-206A4D1973E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DF98C1-2600-4651-BDB3-F535A2A88D91}">
      <dgm:prSet/>
      <dgm:spPr/>
      <dgm:t>
        <a:bodyPr/>
        <a:lstStyle/>
        <a:p>
          <a:r>
            <a:rPr lang="pt-BR" b="1"/>
            <a:t>pwd</a:t>
          </a:r>
          <a:r>
            <a:rPr lang="pt-BR"/>
            <a:t> – Exibe o diretório atual (caminho completo).</a:t>
          </a:r>
          <a:endParaRPr lang="en-US"/>
        </a:p>
      </dgm:t>
    </dgm:pt>
    <dgm:pt modelId="{89749030-AE2F-4F7E-B4C8-6F6815941917}" type="parTrans" cxnId="{3DA842ED-0DA1-45FA-8A78-A4BFEC59C57F}">
      <dgm:prSet/>
      <dgm:spPr/>
      <dgm:t>
        <a:bodyPr/>
        <a:lstStyle/>
        <a:p>
          <a:endParaRPr lang="en-US"/>
        </a:p>
      </dgm:t>
    </dgm:pt>
    <dgm:pt modelId="{4813FB3A-0E7D-4B44-85F1-E35A653201C9}" type="sibTrans" cxnId="{3DA842ED-0DA1-45FA-8A78-A4BFEC59C57F}">
      <dgm:prSet/>
      <dgm:spPr/>
      <dgm:t>
        <a:bodyPr/>
        <a:lstStyle/>
        <a:p>
          <a:endParaRPr lang="en-US"/>
        </a:p>
      </dgm:t>
    </dgm:pt>
    <dgm:pt modelId="{72CE6838-2528-4EE3-AF78-93E71D283F45}">
      <dgm:prSet/>
      <dgm:spPr/>
      <dgm:t>
        <a:bodyPr/>
        <a:lstStyle/>
        <a:p>
          <a:r>
            <a:rPr lang="pt-BR" b="1"/>
            <a:t>ls</a:t>
          </a:r>
          <a:r>
            <a:rPr lang="pt-BR"/>
            <a:t> – Lista os arquivos e diretórios existentes.</a:t>
          </a:r>
          <a:endParaRPr lang="en-US"/>
        </a:p>
      </dgm:t>
    </dgm:pt>
    <dgm:pt modelId="{44B3F165-0FB9-4757-9C9F-2A7F42C79CBA}" type="parTrans" cxnId="{D9279B5B-AABF-40E4-BDED-27B962F78626}">
      <dgm:prSet/>
      <dgm:spPr/>
      <dgm:t>
        <a:bodyPr/>
        <a:lstStyle/>
        <a:p>
          <a:endParaRPr lang="en-US"/>
        </a:p>
      </dgm:t>
    </dgm:pt>
    <dgm:pt modelId="{58A9B0CE-069D-488F-9B97-DEA4E8FE69C0}" type="sibTrans" cxnId="{D9279B5B-AABF-40E4-BDED-27B962F78626}">
      <dgm:prSet/>
      <dgm:spPr/>
      <dgm:t>
        <a:bodyPr/>
        <a:lstStyle/>
        <a:p>
          <a:endParaRPr lang="en-US"/>
        </a:p>
      </dgm:t>
    </dgm:pt>
    <dgm:pt modelId="{313B98E3-1FA0-425F-9C04-E3685879D274}">
      <dgm:prSet/>
      <dgm:spPr/>
      <dgm:t>
        <a:bodyPr/>
        <a:lstStyle/>
        <a:p>
          <a:r>
            <a:rPr lang="pt-BR"/>
            <a:t>ls -l exibe detalhes de permissões, proprietário e tamanho.</a:t>
          </a:r>
          <a:endParaRPr lang="en-US"/>
        </a:p>
      </dgm:t>
    </dgm:pt>
    <dgm:pt modelId="{B319D971-1D04-4D7C-97E3-20531A2A8724}" type="parTrans" cxnId="{BB678D1F-302F-4184-8E3D-D400C522EA9D}">
      <dgm:prSet/>
      <dgm:spPr/>
      <dgm:t>
        <a:bodyPr/>
        <a:lstStyle/>
        <a:p>
          <a:endParaRPr lang="en-US"/>
        </a:p>
      </dgm:t>
    </dgm:pt>
    <dgm:pt modelId="{36A25167-1816-444F-8DA4-28A845B7DD2A}" type="sibTrans" cxnId="{BB678D1F-302F-4184-8E3D-D400C522EA9D}">
      <dgm:prSet/>
      <dgm:spPr/>
      <dgm:t>
        <a:bodyPr/>
        <a:lstStyle/>
        <a:p>
          <a:endParaRPr lang="en-US"/>
        </a:p>
      </dgm:t>
    </dgm:pt>
    <dgm:pt modelId="{B63631DC-9050-4DF1-937D-F1E9DC6D4A47}">
      <dgm:prSet/>
      <dgm:spPr/>
      <dgm:t>
        <a:bodyPr/>
        <a:lstStyle/>
        <a:p>
          <a:r>
            <a:rPr lang="pt-BR"/>
            <a:t>ls -a mostra arquivos ocultos.</a:t>
          </a:r>
          <a:endParaRPr lang="en-US"/>
        </a:p>
      </dgm:t>
    </dgm:pt>
    <dgm:pt modelId="{5FAFD9C6-0D6A-4D1F-8994-241D4A35183F}" type="parTrans" cxnId="{760510A6-477D-4428-BB8F-3296D2DA06AB}">
      <dgm:prSet/>
      <dgm:spPr/>
      <dgm:t>
        <a:bodyPr/>
        <a:lstStyle/>
        <a:p>
          <a:endParaRPr lang="en-US"/>
        </a:p>
      </dgm:t>
    </dgm:pt>
    <dgm:pt modelId="{F397916F-FC9F-4B03-B228-B5BB2EEA4209}" type="sibTrans" cxnId="{760510A6-477D-4428-BB8F-3296D2DA06AB}">
      <dgm:prSet/>
      <dgm:spPr/>
      <dgm:t>
        <a:bodyPr/>
        <a:lstStyle/>
        <a:p>
          <a:endParaRPr lang="en-US"/>
        </a:p>
      </dgm:t>
    </dgm:pt>
    <dgm:pt modelId="{57AC7FA1-DCA7-463E-8104-43C51A93BF8B}">
      <dgm:prSet/>
      <dgm:spPr/>
      <dgm:t>
        <a:bodyPr/>
        <a:lstStyle/>
        <a:p>
          <a:r>
            <a:rPr lang="pt-BR" b="1"/>
            <a:t>cd</a:t>
          </a:r>
          <a:r>
            <a:rPr lang="pt-BR"/>
            <a:t> – Altera o diretório de trabalho atual.</a:t>
          </a:r>
          <a:endParaRPr lang="en-US"/>
        </a:p>
      </dgm:t>
    </dgm:pt>
    <dgm:pt modelId="{0C6F96B0-06C3-4237-8F89-2C50A15BABD7}" type="parTrans" cxnId="{D302B33D-8491-4B73-8D6C-4CCD209F48BC}">
      <dgm:prSet/>
      <dgm:spPr/>
      <dgm:t>
        <a:bodyPr/>
        <a:lstStyle/>
        <a:p>
          <a:endParaRPr lang="en-US"/>
        </a:p>
      </dgm:t>
    </dgm:pt>
    <dgm:pt modelId="{8EFD692D-80F1-4A18-86A0-7F2A6AF23FD2}" type="sibTrans" cxnId="{D302B33D-8491-4B73-8D6C-4CCD209F48BC}">
      <dgm:prSet/>
      <dgm:spPr/>
      <dgm:t>
        <a:bodyPr/>
        <a:lstStyle/>
        <a:p>
          <a:endParaRPr lang="en-US"/>
        </a:p>
      </dgm:t>
    </dgm:pt>
    <dgm:pt modelId="{DEFC20B4-DDE7-469D-94D8-73AA11881C0C}">
      <dgm:prSet/>
      <dgm:spPr/>
      <dgm:t>
        <a:bodyPr/>
        <a:lstStyle/>
        <a:p>
          <a:r>
            <a:rPr lang="pt-BR" b="1"/>
            <a:t>mkdir</a:t>
          </a:r>
          <a:r>
            <a:rPr lang="pt-BR"/>
            <a:t> – Cria novos diretórios.</a:t>
          </a:r>
          <a:endParaRPr lang="en-US"/>
        </a:p>
      </dgm:t>
    </dgm:pt>
    <dgm:pt modelId="{4036CCE4-31A8-42AB-A6B1-C0C6A0A48E4C}" type="parTrans" cxnId="{D32A74A6-3FF9-489F-9E4E-18321C7461C9}">
      <dgm:prSet/>
      <dgm:spPr/>
      <dgm:t>
        <a:bodyPr/>
        <a:lstStyle/>
        <a:p>
          <a:endParaRPr lang="en-US"/>
        </a:p>
      </dgm:t>
    </dgm:pt>
    <dgm:pt modelId="{936CBEF3-11A3-4434-B426-94752C1189B1}" type="sibTrans" cxnId="{D32A74A6-3FF9-489F-9E4E-18321C7461C9}">
      <dgm:prSet/>
      <dgm:spPr/>
      <dgm:t>
        <a:bodyPr/>
        <a:lstStyle/>
        <a:p>
          <a:endParaRPr lang="en-US"/>
        </a:p>
      </dgm:t>
    </dgm:pt>
    <dgm:pt modelId="{9C44E733-041E-46C6-99C3-045F3075DD1B}">
      <dgm:prSet/>
      <dgm:spPr/>
      <dgm:t>
        <a:bodyPr/>
        <a:lstStyle/>
        <a:p>
          <a:r>
            <a:rPr lang="pt-BR" b="1"/>
            <a:t>rmdir</a:t>
          </a:r>
          <a:r>
            <a:rPr lang="pt-BR"/>
            <a:t> – Remove diretórios vazios.</a:t>
          </a:r>
          <a:endParaRPr lang="en-US"/>
        </a:p>
      </dgm:t>
    </dgm:pt>
    <dgm:pt modelId="{23818A7A-8149-4A29-AEBD-2845F85AEC1C}" type="parTrans" cxnId="{3E7EC3A4-DAD9-4B82-9B3B-93E5296EC952}">
      <dgm:prSet/>
      <dgm:spPr/>
      <dgm:t>
        <a:bodyPr/>
        <a:lstStyle/>
        <a:p>
          <a:endParaRPr lang="en-US"/>
        </a:p>
      </dgm:t>
    </dgm:pt>
    <dgm:pt modelId="{19B1EDA8-1838-4844-8210-5987982BCA67}" type="sibTrans" cxnId="{3E7EC3A4-DAD9-4B82-9B3B-93E5296EC952}">
      <dgm:prSet/>
      <dgm:spPr/>
      <dgm:t>
        <a:bodyPr/>
        <a:lstStyle/>
        <a:p>
          <a:endParaRPr lang="en-US"/>
        </a:p>
      </dgm:t>
    </dgm:pt>
    <dgm:pt modelId="{EF4A12F2-780E-47C4-99E2-003697BF583F}">
      <dgm:prSet/>
      <dgm:spPr/>
      <dgm:t>
        <a:bodyPr/>
        <a:lstStyle/>
        <a:p>
          <a:r>
            <a:rPr lang="pt-BR" b="1"/>
            <a:t>touch</a:t>
          </a:r>
          <a:r>
            <a:rPr lang="pt-BR"/>
            <a:t> – Cria novos arquivos vazios.</a:t>
          </a:r>
          <a:endParaRPr lang="en-US"/>
        </a:p>
      </dgm:t>
    </dgm:pt>
    <dgm:pt modelId="{30DB30CB-6767-4C8B-8DEA-4B1BBEE24870}" type="parTrans" cxnId="{6636BAA9-75DE-47ED-9E55-477175E9E761}">
      <dgm:prSet/>
      <dgm:spPr/>
      <dgm:t>
        <a:bodyPr/>
        <a:lstStyle/>
        <a:p>
          <a:endParaRPr lang="en-US"/>
        </a:p>
      </dgm:t>
    </dgm:pt>
    <dgm:pt modelId="{F974297A-6836-4D08-8B6F-FEC00D76B193}" type="sibTrans" cxnId="{6636BAA9-75DE-47ED-9E55-477175E9E761}">
      <dgm:prSet/>
      <dgm:spPr/>
      <dgm:t>
        <a:bodyPr/>
        <a:lstStyle/>
        <a:p>
          <a:endParaRPr lang="en-US"/>
        </a:p>
      </dgm:t>
    </dgm:pt>
    <dgm:pt modelId="{70EB8DE4-7861-4D81-8807-3E5344D9B3F8}">
      <dgm:prSet/>
      <dgm:spPr/>
      <dgm:t>
        <a:bodyPr/>
        <a:lstStyle/>
        <a:p>
          <a:r>
            <a:rPr lang="pt-BR" b="1"/>
            <a:t>echo</a:t>
          </a:r>
          <a:r>
            <a:rPr lang="pt-BR"/>
            <a:t> – Exibe mensagens ou grava texto em arquivos.</a:t>
          </a:r>
          <a:endParaRPr lang="en-US"/>
        </a:p>
      </dgm:t>
    </dgm:pt>
    <dgm:pt modelId="{6EF99BDA-21E4-4E3F-B510-BF9132D7D652}" type="parTrans" cxnId="{48F7F1CC-BA0D-4307-82AE-98F123BA84A3}">
      <dgm:prSet/>
      <dgm:spPr/>
      <dgm:t>
        <a:bodyPr/>
        <a:lstStyle/>
        <a:p>
          <a:endParaRPr lang="en-US"/>
        </a:p>
      </dgm:t>
    </dgm:pt>
    <dgm:pt modelId="{970197D8-793D-4849-9A26-30D5FDE8E0CB}" type="sibTrans" cxnId="{48F7F1CC-BA0D-4307-82AE-98F123BA84A3}">
      <dgm:prSet/>
      <dgm:spPr/>
      <dgm:t>
        <a:bodyPr/>
        <a:lstStyle/>
        <a:p>
          <a:endParaRPr lang="en-US"/>
        </a:p>
      </dgm:t>
    </dgm:pt>
    <dgm:pt modelId="{76A886B9-6B13-4F52-9991-10F3B08864E8}">
      <dgm:prSet/>
      <dgm:spPr/>
      <dgm:t>
        <a:bodyPr/>
        <a:lstStyle/>
        <a:p>
          <a:r>
            <a:rPr lang="pt-BR" b="1"/>
            <a:t>cat</a:t>
          </a:r>
          <a:r>
            <a:rPr lang="pt-BR"/>
            <a:t> – Mostra o conteúdo de arquivos de texto.</a:t>
          </a:r>
          <a:endParaRPr lang="en-US"/>
        </a:p>
      </dgm:t>
    </dgm:pt>
    <dgm:pt modelId="{704198C3-DD3B-42B9-98F6-DE91272F7D52}" type="parTrans" cxnId="{CACAE8E3-CE12-483C-ADE3-BEBD46EB31EA}">
      <dgm:prSet/>
      <dgm:spPr/>
      <dgm:t>
        <a:bodyPr/>
        <a:lstStyle/>
        <a:p>
          <a:endParaRPr lang="en-US"/>
        </a:p>
      </dgm:t>
    </dgm:pt>
    <dgm:pt modelId="{A97071F6-B528-467E-BED7-DB2126BFD34E}" type="sibTrans" cxnId="{CACAE8E3-CE12-483C-ADE3-BEBD46EB31EA}">
      <dgm:prSet/>
      <dgm:spPr/>
      <dgm:t>
        <a:bodyPr/>
        <a:lstStyle/>
        <a:p>
          <a:endParaRPr lang="en-US"/>
        </a:p>
      </dgm:t>
    </dgm:pt>
    <dgm:pt modelId="{384BC217-00D9-42D2-868E-EE07A9933FBF}">
      <dgm:prSet/>
      <dgm:spPr/>
      <dgm:t>
        <a:bodyPr/>
        <a:lstStyle/>
        <a:p>
          <a:r>
            <a:rPr lang="pt-BR" b="1"/>
            <a:t>cp</a:t>
          </a:r>
          <a:r>
            <a:rPr lang="pt-BR"/>
            <a:t> – Copia arquivos e diretórios.</a:t>
          </a:r>
          <a:endParaRPr lang="en-US"/>
        </a:p>
      </dgm:t>
    </dgm:pt>
    <dgm:pt modelId="{E54543F7-A3BF-4496-B272-7485AC8A916E}" type="parTrans" cxnId="{42FED608-D9D7-498A-8F4D-961021972887}">
      <dgm:prSet/>
      <dgm:spPr/>
      <dgm:t>
        <a:bodyPr/>
        <a:lstStyle/>
        <a:p>
          <a:endParaRPr lang="en-US"/>
        </a:p>
      </dgm:t>
    </dgm:pt>
    <dgm:pt modelId="{2B0FDF55-7EBE-4EF1-BF59-83E471F02E91}" type="sibTrans" cxnId="{42FED608-D9D7-498A-8F4D-961021972887}">
      <dgm:prSet/>
      <dgm:spPr/>
      <dgm:t>
        <a:bodyPr/>
        <a:lstStyle/>
        <a:p>
          <a:endParaRPr lang="en-US"/>
        </a:p>
      </dgm:t>
    </dgm:pt>
    <dgm:pt modelId="{686F41DA-1FD0-4EE3-91D4-D392961FC4D2}">
      <dgm:prSet/>
      <dgm:spPr/>
      <dgm:t>
        <a:bodyPr/>
        <a:lstStyle/>
        <a:p>
          <a:r>
            <a:rPr lang="pt-BR" b="1"/>
            <a:t>mv</a:t>
          </a:r>
          <a:r>
            <a:rPr lang="pt-BR"/>
            <a:t> – Move ou renomeia arquivos e diretórios.</a:t>
          </a:r>
          <a:endParaRPr lang="en-US"/>
        </a:p>
      </dgm:t>
    </dgm:pt>
    <dgm:pt modelId="{DF3F9BF7-595C-45B4-81D1-DF9A6E19EF20}" type="parTrans" cxnId="{ABD7CE85-59AE-4767-B533-7FCD847B26B4}">
      <dgm:prSet/>
      <dgm:spPr/>
      <dgm:t>
        <a:bodyPr/>
        <a:lstStyle/>
        <a:p>
          <a:endParaRPr lang="en-US"/>
        </a:p>
      </dgm:t>
    </dgm:pt>
    <dgm:pt modelId="{C0806F2F-F8B1-401E-AAD0-3B398479848C}" type="sibTrans" cxnId="{ABD7CE85-59AE-4767-B533-7FCD847B26B4}">
      <dgm:prSet/>
      <dgm:spPr/>
      <dgm:t>
        <a:bodyPr/>
        <a:lstStyle/>
        <a:p>
          <a:endParaRPr lang="en-US"/>
        </a:p>
      </dgm:t>
    </dgm:pt>
    <dgm:pt modelId="{545C9FC1-3600-4C13-94D9-FF43704660F9}">
      <dgm:prSet/>
      <dgm:spPr/>
      <dgm:t>
        <a:bodyPr/>
        <a:lstStyle/>
        <a:p>
          <a:r>
            <a:rPr lang="pt-BR" b="1"/>
            <a:t>rm</a:t>
          </a:r>
          <a:r>
            <a:rPr lang="pt-BR"/>
            <a:t> – Exclui arquivos ou diretórios.</a:t>
          </a:r>
          <a:endParaRPr lang="en-US"/>
        </a:p>
      </dgm:t>
    </dgm:pt>
    <dgm:pt modelId="{568092E8-05BA-45DA-BC17-03B7F716520D}" type="parTrans" cxnId="{7EA23483-5B18-454C-960B-545231CD05BC}">
      <dgm:prSet/>
      <dgm:spPr/>
      <dgm:t>
        <a:bodyPr/>
        <a:lstStyle/>
        <a:p>
          <a:endParaRPr lang="en-US"/>
        </a:p>
      </dgm:t>
    </dgm:pt>
    <dgm:pt modelId="{6CF6508F-B137-43E5-877E-9926CBD1F730}" type="sibTrans" cxnId="{7EA23483-5B18-454C-960B-545231CD05BC}">
      <dgm:prSet/>
      <dgm:spPr/>
      <dgm:t>
        <a:bodyPr/>
        <a:lstStyle/>
        <a:p>
          <a:endParaRPr lang="en-US"/>
        </a:p>
      </dgm:t>
    </dgm:pt>
    <dgm:pt modelId="{6CABC239-C4D2-4FAE-80AB-B4010D9A0884}">
      <dgm:prSet/>
      <dgm:spPr/>
      <dgm:t>
        <a:bodyPr/>
        <a:lstStyle/>
        <a:p>
          <a:r>
            <a:rPr lang="pt-BR" b="1"/>
            <a:t>find</a:t>
          </a:r>
          <a:r>
            <a:rPr lang="pt-BR"/>
            <a:t> – Localiza arquivos e diretórios com base em filtros.</a:t>
          </a:r>
          <a:endParaRPr lang="en-US"/>
        </a:p>
      </dgm:t>
    </dgm:pt>
    <dgm:pt modelId="{F40F7202-440A-46CE-A889-8D7BB6A88CC7}" type="parTrans" cxnId="{077C1A7F-78A5-41E7-A4DE-01904EACFF59}">
      <dgm:prSet/>
      <dgm:spPr/>
      <dgm:t>
        <a:bodyPr/>
        <a:lstStyle/>
        <a:p>
          <a:endParaRPr lang="en-US"/>
        </a:p>
      </dgm:t>
    </dgm:pt>
    <dgm:pt modelId="{358EBFCD-0401-410D-9F26-D0814B1A1A34}" type="sibTrans" cxnId="{077C1A7F-78A5-41E7-A4DE-01904EACFF59}">
      <dgm:prSet/>
      <dgm:spPr/>
      <dgm:t>
        <a:bodyPr/>
        <a:lstStyle/>
        <a:p>
          <a:endParaRPr lang="en-US"/>
        </a:p>
      </dgm:t>
    </dgm:pt>
    <dgm:pt modelId="{108BECB2-89E7-48FF-8631-8CC067973C48}">
      <dgm:prSet/>
      <dgm:spPr/>
      <dgm:t>
        <a:bodyPr/>
        <a:lstStyle/>
        <a:p>
          <a:r>
            <a:rPr lang="pt-BR" b="1"/>
            <a:t>history</a:t>
          </a:r>
          <a:r>
            <a:rPr lang="pt-BR"/>
            <a:t> – Exibe o histórico de comandos executados.</a:t>
          </a:r>
          <a:endParaRPr lang="en-US"/>
        </a:p>
      </dgm:t>
    </dgm:pt>
    <dgm:pt modelId="{AB0D2DBF-B886-4087-BAC1-AA0E9C57CED5}" type="parTrans" cxnId="{C740D0D0-99AD-46DA-82A8-3CCF84890D20}">
      <dgm:prSet/>
      <dgm:spPr/>
      <dgm:t>
        <a:bodyPr/>
        <a:lstStyle/>
        <a:p>
          <a:endParaRPr lang="en-US"/>
        </a:p>
      </dgm:t>
    </dgm:pt>
    <dgm:pt modelId="{6E9FDEF8-6546-40B4-BFC1-2959FFC5662D}" type="sibTrans" cxnId="{C740D0D0-99AD-46DA-82A8-3CCF84890D20}">
      <dgm:prSet/>
      <dgm:spPr/>
      <dgm:t>
        <a:bodyPr/>
        <a:lstStyle/>
        <a:p>
          <a:endParaRPr lang="en-US"/>
        </a:p>
      </dgm:t>
    </dgm:pt>
    <dgm:pt modelId="{FB759263-10F2-4D9D-A602-CC3408972852}">
      <dgm:prSet/>
      <dgm:spPr/>
      <dgm:t>
        <a:bodyPr/>
        <a:lstStyle/>
        <a:p>
          <a:r>
            <a:rPr lang="pt-BR" b="1"/>
            <a:t>clear</a:t>
          </a:r>
          <a:r>
            <a:rPr lang="pt-BR"/>
            <a:t> – Limpa a tela do terminal.</a:t>
          </a:r>
          <a:endParaRPr lang="en-US"/>
        </a:p>
      </dgm:t>
    </dgm:pt>
    <dgm:pt modelId="{66D4599A-2F1C-4939-81FA-5B9579DC388E}" type="parTrans" cxnId="{A067AE7C-68C2-489F-B816-C1CE9660E4C6}">
      <dgm:prSet/>
      <dgm:spPr/>
      <dgm:t>
        <a:bodyPr/>
        <a:lstStyle/>
        <a:p>
          <a:endParaRPr lang="en-US"/>
        </a:p>
      </dgm:t>
    </dgm:pt>
    <dgm:pt modelId="{FE3153E5-9C5C-4C4D-AEBE-C2C7F85DF465}" type="sibTrans" cxnId="{A067AE7C-68C2-489F-B816-C1CE9660E4C6}">
      <dgm:prSet/>
      <dgm:spPr/>
      <dgm:t>
        <a:bodyPr/>
        <a:lstStyle/>
        <a:p>
          <a:endParaRPr lang="en-US"/>
        </a:p>
      </dgm:t>
    </dgm:pt>
    <dgm:pt modelId="{C4E5EDDD-E546-4FB7-966B-CF87D4AD01DC}" type="pres">
      <dgm:prSet presAssocID="{852F137B-4881-4271-BA42-206A4D1973EE}" presName="linear" presStyleCnt="0">
        <dgm:presLayoutVars>
          <dgm:animLvl val="lvl"/>
          <dgm:resizeHandles val="exact"/>
        </dgm:presLayoutVars>
      </dgm:prSet>
      <dgm:spPr/>
    </dgm:pt>
    <dgm:pt modelId="{4095FC0A-D6D3-47D1-8E09-CF9851424449}" type="pres">
      <dgm:prSet presAssocID="{78DF98C1-2600-4651-BDB3-F535A2A88D91}" presName="parentText" presStyleLbl="node1" presStyleIdx="0" presStyleCnt="16">
        <dgm:presLayoutVars>
          <dgm:chMax val="0"/>
          <dgm:bulletEnabled val="1"/>
        </dgm:presLayoutVars>
      </dgm:prSet>
      <dgm:spPr/>
    </dgm:pt>
    <dgm:pt modelId="{E63A93F6-8ABB-4DC7-B8D3-04F502E34E8C}" type="pres">
      <dgm:prSet presAssocID="{4813FB3A-0E7D-4B44-85F1-E35A653201C9}" presName="spacer" presStyleCnt="0"/>
      <dgm:spPr/>
    </dgm:pt>
    <dgm:pt modelId="{24A473DA-56CF-405C-ABE2-961EBDC95B50}" type="pres">
      <dgm:prSet presAssocID="{72CE6838-2528-4EE3-AF78-93E71D283F45}" presName="parentText" presStyleLbl="node1" presStyleIdx="1" presStyleCnt="16">
        <dgm:presLayoutVars>
          <dgm:chMax val="0"/>
          <dgm:bulletEnabled val="1"/>
        </dgm:presLayoutVars>
      </dgm:prSet>
      <dgm:spPr/>
    </dgm:pt>
    <dgm:pt modelId="{36DA75F6-CFD9-464A-9A84-161107798B12}" type="pres">
      <dgm:prSet presAssocID="{58A9B0CE-069D-488F-9B97-DEA4E8FE69C0}" presName="spacer" presStyleCnt="0"/>
      <dgm:spPr/>
    </dgm:pt>
    <dgm:pt modelId="{BB0AB500-1F70-493E-914D-BEBE14670B7D}" type="pres">
      <dgm:prSet presAssocID="{313B98E3-1FA0-425F-9C04-E3685879D274}" presName="parentText" presStyleLbl="node1" presStyleIdx="2" presStyleCnt="16">
        <dgm:presLayoutVars>
          <dgm:chMax val="0"/>
          <dgm:bulletEnabled val="1"/>
        </dgm:presLayoutVars>
      </dgm:prSet>
      <dgm:spPr/>
    </dgm:pt>
    <dgm:pt modelId="{08ADF835-1495-4117-BFFE-E290E2225B10}" type="pres">
      <dgm:prSet presAssocID="{36A25167-1816-444F-8DA4-28A845B7DD2A}" presName="spacer" presStyleCnt="0"/>
      <dgm:spPr/>
    </dgm:pt>
    <dgm:pt modelId="{BB629832-A3DA-4B23-8F0D-B60A44B671C8}" type="pres">
      <dgm:prSet presAssocID="{B63631DC-9050-4DF1-937D-F1E9DC6D4A47}" presName="parentText" presStyleLbl="node1" presStyleIdx="3" presStyleCnt="16">
        <dgm:presLayoutVars>
          <dgm:chMax val="0"/>
          <dgm:bulletEnabled val="1"/>
        </dgm:presLayoutVars>
      </dgm:prSet>
      <dgm:spPr/>
    </dgm:pt>
    <dgm:pt modelId="{A1A7240F-57B2-466D-8607-D9214ED15C2D}" type="pres">
      <dgm:prSet presAssocID="{F397916F-FC9F-4B03-B228-B5BB2EEA4209}" presName="spacer" presStyleCnt="0"/>
      <dgm:spPr/>
    </dgm:pt>
    <dgm:pt modelId="{48F3B408-1199-4D52-B51A-7AC78F340162}" type="pres">
      <dgm:prSet presAssocID="{57AC7FA1-DCA7-463E-8104-43C51A93BF8B}" presName="parentText" presStyleLbl="node1" presStyleIdx="4" presStyleCnt="16">
        <dgm:presLayoutVars>
          <dgm:chMax val="0"/>
          <dgm:bulletEnabled val="1"/>
        </dgm:presLayoutVars>
      </dgm:prSet>
      <dgm:spPr/>
    </dgm:pt>
    <dgm:pt modelId="{C7369B9C-7673-4DF8-93F7-787B8BA08878}" type="pres">
      <dgm:prSet presAssocID="{8EFD692D-80F1-4A18-86A0-7F2A6AF23FD2}" presName="spacer" presStyleCnt="0"/>
      <dgm:spPr/>
    </dgm:pt>
    <dgm:pt modelId="{3BB2C104-2460-4344-B5B2-21A222E1C8C1}" type="pres">
      <dgm:prSet presAssocID="{DEFC20B4-DDE7-469D-94D8-73AA11881C0C}" presName="parentText" presStyleLbl="node1" presStyleIdx="5" presStyleCnt="16">
        <dgm:presLayoutVars>
          <dgm:chMax val="0"/>
          <dgm:bulletEnabled val="1"/>
        </dgm:presLayoutVars>
      </dgm:prSet>
      <dgm:spPr/>
    </dgm:pt>
    <dgm:pt modelId="{E93F7749-5295-4B09-BE53-A925226780B9}" type="pres">
      <dgm:prSet presAssocID="{936CBEF3-11A3-4434-B426-94752C1189B1}" presName="spacer" presStyleCnt="0"/>
      <dgm:spPr/>
    </dgm:pt>
    <dgm:pt modelId="{9F753D2D-92E9-4D27-A36D-FDA8DCCC5FC8}" type="pres">
      <dgm:prSet presAssocID="{9C44E733-041E-46C6-99C3-045F3075DD1B}" presName="parentText" presStyleLbl="node1" presStyleIdx="6" presStyleCnt="16">
        <dgm:presLayoutVars>
          <dgm:chMax val="0"/>
          <dgm:bulletEnabled val="1"/>
        </dgm:presLayoutVars>
      </dgm:prSet>
      <dgm:spPr/>
    </dgm:pt>
    <dgm:pt modelId="{3DBD7A36-B18D-4B95-8222-9690C4F75AD1}" type="pres">
      <dgm:prSet presAssocID="{19B1EDA8-1838-4844-8210-5987982BCA67}" presName="spacer" presStyleCnt="0"/>
      <dgm:spPr/>
    </dgm:pt>
    <dgm:pt modelId="{923C73EC-48B4-458C-9EAD-F800479482EB}" type="pres">
      <dgm:prSet presAssocID="{EF4A12F2-780E-47C4-99E2-003697BF583F}" presName="parentText" presStyleLbl="node1" presStyleIdx="7" presStyleCnt="16">
        <dgm:presLayoutVars>
          <dgm:chMax val="0"/>
          <dgm:bulletEnabled val="1"/>
        </dgm:presLayoutVars>
      </dgm:prSet>
      <dgm:spPr/>
    </dgm:pt>
    <dgm:pt modelId="{B5402E61-54E7-4388-8DDE-2880B80E7EC2}" type="pres">
      <dgm:prSet presAssocID="{F974297A-6836-4D08-8B6F-FEC00D76B193}" presName="spacer" presStyleCnt="0"/>
      <dgm:spPr/>
    </dgm:pt>
    <dgm:pt modelId="{24CAFC6B-5E61-4792-B2BA-56499B4D65C8}" type="pres">
      <dgm:prSet presAssocID="{70EB8DE4-7861-4D81-8807-3E5344D9B3F8}" presName="parentText" presStyleLbl="node1" presStyleIdx="8" presStyleCnt="16">
        <dgm:presLayoutVars>
          <dgm:chMax val="0"/>
          <dgm:bulletEnabled val="1"/>
        </dgm:presLayoutVars>
      </dgm:prSet>
      <dgm:spPr/>
    </dgm:pt>
    <dgm:pt modelId="{3A54A1BA-7FC4-4E14-AD10-2715CF69B2DC}" type="pres">
      <dgm:prSet presAssocID="{970197D8-793D-4849-9A26-30D5FDE8E0CB}" presName="spacer" presStyleCnt="0"/>
      <dgm:spPr/>
    </dgm:pt>
    <dgm:pt modelId="{481237F5-4E53-4EB1-BA91-9D9342E67A5A}" type="pres">
      <dgm:prSet presAssocID="{76A886B9-6B13-4F52-9991-10F3B08864E8}" presName="parentText" presStyleLbl="node1" presStyleIdx="9" presStyleCnt="16">
        <dgm:presLayoutVars>
          <dgm:chMax val="0"/>
          <dgm:bulletEnabled val="1"/>
        </dgm:presLayoutVars>
      </dgm:prSet>
      <dgm:spPr/>
    </dgm:pt>
    <dgm:pt modelId="{41E80C38-1405-415E-AE64-1DF2565F84B2}" type="pres">
      <dgm:prSet presAssocID="{A97071F6-B528-467E-BED7-DB2126BFD34E}" presName="spacer" presStyleCnt="0"/>
      <dgm:spPr/>
    </dgm:pt>
    <dgm:pt modelId="{802DEBF9-D470-404B-B14F-354A7E3A45C2}" type="pres">
      <dgm:prSet presAssocID="{384BC217-00D9-42D2-868E-EE07A9933FBF}" presName="parentText" presStyleLbl="node1" presStyleIdx="10" presStyleCnt="16">
        <dgm:presLayoutVars>
          <dgm:chMax val="0"/>
          <dgm:bulletEnabled val="1"/>
        </dgm:presLayoutVars>
      </dgm:prSet>
      <dgm:spPr/>
    </dgm:pt>
    <dgm:pt modelId="{1B3C6C35-3396-4218-95B2-342E07714EA9}" type="pres">
      <dgm:prSet presAssocID="{2B0FDF55-7EBE-4EF1-BF59-83E471F02E91}" presName="spacer" presStyleCnt="0"/>
      <dgm:spPr/>
    </dgm:pt>
    <dgm:pt modelId="{A769F8C8-BAEB-4062-AC30-0AD7A527E05D}" type="pres">
      <dgm:prSet presAssocID="{686F41DA-1FD0-4EE3-91D4-D392961FC4D2}" presName="parentText" presStyleLbl="node1" presStyleIdx="11" presStyleCnt="16">
        <dgm:presLayoutVars>
          <dgm:chMax val="0"/>
          <dgm:bulletEnabled val="1"/>
        </dgm:presLayoutVars>
      </dgm:prSet>
      <dgm:spPr/>
    </dgm:pt>
    <dgm:pt modelId="{831187BE-9507-4535-9853-8B6E7516B5A0}" type="pres">
      <dgm:prSet presAssocID="{C0806F2F-F8B1-401E-AAD0-3B398479848C}" presName="spacer" presStyleCnt="0"/>
      <dgm:spPr/>
    </dgm:pt>
    <dgm:pt modelId="{EC2CDEB9-1B9C-4D0D-B9C6-CAEDD322C1ED}" type="pres">
      <dgm:prSet presAssocID="{545C9FC1-3600-4C13-94D9-FF43704660F9}" presName="parentText" presStyleLbl="node1" presStyleIdx="12" presStyleCnt="16">
        <dgm:presLayoutVars>
          <dgm:chMax val="0"/>
          <dgm:bulletEnabled val="1"/>
        </dgm:presLayoutVars>
      </dgm:prSet>
      <dgm:spPr/>
    </dgm:pt>
    <dgm:pt modelId="{0CFF352F-E742-4580-9F73-DC1530439A99}" type="pres">
      <dgm:prSet presAssocID="{6CF6508F-B137-43E5-877E-9926CBD1F730}" presName="spacer" presStyleCnt="0"/>
      <dgm:spPr/>
    </dgm:pt>
    <dgm:pt modelId="{5F6BD633-4988-4B81-8D87-3A26488A6A28}" type="pres">
      <dgm:prSet presAssocID="{6CABC239-C4D2-4FAE-80AB-B4010D9A0884}" presName="parentText" presStyleLbl="node1" presStyleIdx="13" presStyleCnt="16">
        <dgm:presLayoutVars>
          <dgm:chMax val="0"/>
          <dgm:bulletEnabled val="1"/>
        </dgm:presLayoutVars>
      </dgm:prSet>
      <dgm:spPr/>
    </dgm:pt>
    <dgm:pt modelId="{03042C41-3523-4C4A-9120-4990E1F5CA73}" type="pres">
      <dgm:prSet presAssocID="{358EBFCD-0401-410D-9F26-D0814B1A1A34}" presName="spacer" presStyleCnt="0"/>
      <dgm:spPr/>
    </dgm:pt>
    <dgm:pt modelId="{34E861ED-FFC1-4419-A440-0A31A2ECE52B}" type="pres">
      <dgm:prSet presAssocID="{108BECB2-89E7-48FF-8631-8CC067973C48}" presName="parentText" presStyleLbl="node1" presStyleIdx="14" presStyleCnt="16">
        <dgm:presLayoutVars>
          <dgm:chMax val="0"/>
          <dgm:bulletEnabled val="1"/>
        </dgm:presLayoutVars>
      </dgm:prSet>
      <dgm:spPr/>
    </dgm:pt>
    <dgm:pt modelId="{F6A49323-78F9-454C-BE8A-F1CC868D4EDB}" type="pres">
      <dgm:prSet presAssocID="{6E9FDEF8-6546-40B4-BFC1-2959FFC5662D}" presName="spacer" presStyleCnt="0"/>
      <dgm:spPr/>
    </dgm:pt>
    <dgm:pt modelId="{E598DC40-D4A0-473E-AE95-76BC955EBD3E}" type="pres">
      <dgm:prSet presAssocID="{FB759263-10F2-4D9D-A602-CC3408972852}" presName="parentText" presStyleLbl="node1" presStyleIdx="15" presStyleCnt="16">
        <dgm:presLayoutVars>
          <dgm:chMax val="0"/>
          <dgm:bulletEnabled val="1"/>
        </dgm:presLayoutVars>
      </dgm:prSet>
      <dgm:spPr/>
    </dgm:pt>
  </dgm:ptLst>
  <dgm:cxnLst>
    <dgm:cxn modelId="{7DDE1206-3F39-471D-9471-73EECD06638D}" type="presOf" srcId="{57AC7FA1-DCA7-463E-8104-43C51A93BF8B}" destId="{48F3B408-1199-4D52-B51A-7AC78F340162}" srcOrd="0" destOrd="0" presId="urn:microsoft.com/office/officeart/2005/8/layout/vList2"/>
    <dgm:cxn modelId="{42FED608-D9D7-498A-8F4D-961021972887}" srcId="{852F137B-4881-4271-BA42-206A4D1973EE}" destId="{384BC217-00D9-42D2-868E-EE07A9933FBF}" srcOrd="10" destOrd="0" parTransId="{E54543F7-A3BF-4496-B272-7485AC8A916E}" sibTransId="{2B0FDF55-7EBE-4EF1-BF59-83E471F02E91}"/>
    <dgm:cxn modelId="{626D5919-5018-4EA7-810C-CF7A65BBC7E0}" type="presOf" srcId="{FB759263-10F2-4D9D-A602-CC3408972852}" destId="{E598DC40-D4A0-473E-AE95-76BC955EBD3E}" srcOrd="0" destOrd="0" presId="urn:microsoft.com/office/officeart/2005/8/layout/vList2"/>
    <dgm:cxn modelId="{BB678D1F-302F-4184-8E3D-D400C522EA9D}" srcId="{852F137B-4881-4271-BA42-206A4D1973EE}" destId="{313B98E3-1FA0-425F-9C04-E3685879D274}" srcOrd="2" destOrd="0" parTransId="{B319D971-1D04-4D7C-97E3-20531A2A8724}" sibTransId="{36A25167-1816-444F-8DA4-28A845B7DD2A}"/>
    <dgm:cxn modelId="{94C3F027-1F1C-426B-A7B8-0592A60D5E98}" type="presOf" srcId="{852F137B-4881-4271-BA42-206A4D1973EE}" destId="{C4E5EDDD-E546-4FB7-966B-CF87D4AD01DC}" srcOrd="0" destOrd="0" presId="urn:microsoft.com/office/officeart/2005/8/layout/vList2"/>
    <dgm:cxn modelId="{D302B33D-8491-4B73-8D6C-4CCD209F48BC}" srcId="{852F137B-4881-4271-BA42-206A4D1973EE}" destId="{57AC7FA1-DCA7-463E-8104-43C51A93BF8B}" srcOrd="4" destOrd="0" parTransId="{0C6F96B0-06C3-4237-8F89-2C50A15BABD7}" sibTransId="{8EFD692D-80F1-4A18-86A0-7F2A6AF23FD2}"/>
    <dgm:cxn modelId="{D9279B5B-AABF-40E4-BDED-27B962F78626}" srcId="{852F137B-4881-4271-BA42-206A4D1973EE}" destId="{72CE6838-2528-4EE3-AF78-93E71D283F45}" srcOrd="1" destOrd="0" parTransId="{44B3F165-0FB9-4757-9C9F-2A7F42C79CBA}" sibTransId="{58A9B0CE-069D-488F-9B97-DEA4E8FE69C0}"/>
    <dgm:cxn modelId="{021E8649-7871-4980-A9E4-98FC67B6017A}" type="presOf" srcId="{70EB8DE4-7861-4D81-8807-3E5344D9B3F8}" destId="{24CAFC6B-5E61-4792-B2BA-56499B4D65C8}" srcOrd="0" destOrd="0" presId="urn:microsoft.com/office/officeart/2005/8/layout/vList2"/>
    <dgm:cxn modelId="{3882AE6A-FC8F-421C-971C-EDA289A93553}" type="presOf" srcId="{108BECB2-89E7-48FF-8631-8CC067973C48}" destId="{34E861ED-FFC1-4419-A440-0A31A2ECE52B}" srcOrd="0" destOrd="0" presId="urn:microsoft.com/office/officeart/2005/8/layout/vList2"/>
    <dgm:cxn modelId="{3CB8BC4E-453A-45C2-B1C4-6D17F958CD56}" type="presOf" srcId="{B63631DC-9050-4DF1-937D-F1E9DC6D4A47}" destId="{BB629832-A3DA-4B23-8F0D-B60A44B671C8}" srcOrd="0" destOrd="0" presId="urn:microsoft.com/office/officeart/2005/8/layout/vList2"/>
    <dgm:cxn modelId="{915B5152-A144-4918-B8EE-7F638A4E7B68}" type="presOf" srcId="{686F41DA-1FD0-4EE3-91D4-D392961FC4D2}" destId="{A769F8C8-BAEB-4062-AC30-0AD7A527E05D}" srcOrd="0" destOrd="0" presId="urn:microsoft.com/office/officeart/2005/8/layout/vList2"/>
    <dgm:cxn modelId="{A067AE7C-68C2-489F-B816-C1CE9660E4C6}" srcId="{852F137B-4881-4271-BA42-206A4D1973EE}" destId="{FB759263-10F2-4D9D-A602-CC3408972852}" srcOrd="15" destOrd="0" parTransId="{66D4599A-2F1C-4939-81FA-5B9579DC388E}" sibTransId="{FE3153E5-9C5C-4C4D-AEBE-C2C7F85DF465}"/>
    <dgm:cxn modelId="{077C1A7F-78A5-41E7-A4DE-01904EACFF59}" srcId="{852F137B-4881-4271-BA42-206A4D1973EE}" destId="{6CABC239-C4D2-4FAE-80AB-B4010D9A0884}" srcOrd="13" destOrd="0" parTransId="{F40F7202-440A-46CE-A889-8D7BB6A88CC7}" sibTransId="{358EBFCD-0401-410D-9F26-D0814B1A1A34}"/>
    <dgm:cxn modelId="{7EA23483-5B18-454C-960B-545231CD05BC}" srcId="{852F137B-4881-4271-BA42-206A4D1973EE}" destId="{545C9FC1-3600-4C13-94D9-FF43704660F9}" srcOrd="12" destOrd="0" parTransId="{568092E8-05BA-45DA-BC17-03B7F716520D}" sibTransId="{6CF6508F-B137-43E5-877E-9926CBD1F730}"/>
    <dgm:cxn modelId="{ABD7CE85-59AE-4767-B533-7FCD847B26B4}" srcId="{852F137B-4881-4271-BA42-206A4D1973EE}" destId="{686F41DA-1FD0-4EE3-91D4-D392961FC4D2}" srcOrd="11" destOrd="0" parTransId="{DF3F9BF7-595C-45B4-81D1-DF9A6E19EF20}" sibTransId="{C0806F2F-F8B1-401E-AAD0-3B398479848C}"/>
    <dgm:cxn modelId="{D3093493-97CF-43D9-99A6-D0B49BA1F13A}" type="presOf" srcId="{78DF98C1-2600-4651-BDB3-F535A2A88D91}" destId="{4095FC0A-D6D3-47D1-8E09-CF9851424449}" srcOrd="0" destOrd="0" presId="urn:microsoft.com/office/officeart/2005/8/layout/vList2"/>
    <dgm:cxn modelId="{5EF15A95-381F-45D6-BDC3-B932B8DEE463}" type="presOf" srcId="{76A886B9-6B13-4F52-9991-10F3B08864E8}" destId="{481237F5-4E53-4EB1-BA91-9D9342E67A5A}" srcOrd="0" destOrd="0" presId="urn:microsoft.com/office/officeart/2005/8/layout/vList2"/>
    <dgm:cxn modelId="{3E7EC3A4-DAD9-4B82-9B3B-93E5296EC952}" srcId="{852F137B-4881-4271-BA42-206A4D1973EE}" destId="{9C44E733-041E-46C6-99C3-045F3075DD1B}" srcOrd="6" destOrd="0" parTransId="{23818A7A-8149-4A29-AEBD-2845F85AEC1C}" sibTransId="{19B1EDA8-1838-4844-8210-5987982BCA67}"/>
    <dgm:cxn modelId="{760510A6-477D-4428-BB8F-3296D2DA06AB}" srcId="{852F137B-4881-4271-BA42-206A4D1973EE}" destId="{B63631DC-9050-4DF1-937D-F1E9DC6D4A47}" srcOrd="3" destOrd="0" parTransId="{5FAFD9C6-0D6A-4D1F-8994-241D4A35183F}" sibTransId="{F397916F-FC9F-4B03-B228-B5BB2EEA4209}"/>
    <dgm:cxn modelId="{D32A74A6-3FF9-489F-9E4E-18321C7461C9}" srcId="{852F137B-4881-4271-BA42-206A4D1973EE}" destId="{DEFC20B4-DDE7-469D-94D8-73AA11881C0C}" srcOrd="5" destOrd="0" parTransId="{4036CCE4-31A8-42AB-A6B1-C0C6A0A48E4C}" sibTransId="{936CBEF3-11A3-4434-B426-94752C1189B1}"/>
    <dgm:cxn modelId="{520EFAA6-4A8D-49DF-9F10-43EA60B60BE6}" type="presOf" srcId="{545C9FC1-3600-4C13-94D9-FF43704660F9}" destId="{EC2CDEB9-1B9C-4D0D-B9C6-CAEDD322C1ED}" srcOrd="0" destOrd="0" presId="urn:microsoft.com/office/officeart/2005/8/layout/vList2"/>
    <dgm:cxn modelId="{6636BAA9-75DE-47ED-9E55-477175E9E761}" srcId="{852F137B-4881-4271-BA42-206A4D1973EE}" destId="{EF4A12F2-780E-47C4-99E2-003697BF583F}" srcOrd="7" destOrd="0" parTransId="{30DB30CB-6767-4C8B-8DEA-4B1BBEE24870}" sibTransId="{F974297A-6836-4D08-8B6F-FEC00D76B193}"/>
    <dgm:cxn modelId="{B6DF89BB-AF62-4CF3-845C-1DF98C1FE993}" type="presOf" srcId="{6CABC239-C4D2-4FAE-80AB-B4010D9A0884}" destId="{5F6BD633-4988-4B81-8D87-3A26488A6A28}" srcOrd="0" destOrd="0" presId="urn:microsoft.com/office/officeart/2005/8/layout/vList2"/>
    <dgm:cxn modelId="{EC0A40CC-6DAA-46DC-A0D5-78262F2C338F}" type="presOf" srcId="{EF4A12F2-780E-47C4-99E2-003697BF583F}" destId="{923C73EC-48B4-458C-9EAD-F800479482EB}" srcOrd="0" destOrd="0" presId="urn:microsoft.com/office/officeart/2005/8/layout/vList2"/>
    <dgm:cxn modelId="{48F7F1CC-BA0D-4307-82AE-98F123BA84A3}" srcId="{852F137B-4881-4271-BA42-206A4D1973EE}" destId="{70EB8DE4-7861-4D81-8807-3E5344D9B3F8}" srcOrd="8" destOrd="0" parTransId="{6EF99BDA-21E4-4E3F-B510-BF9132D7D652}" sibTransId="{970197D8-793D-4849-9A26-30D5FDE8E0CB}"/>
    <dgm:cxn modelId="{C740D0D0-99AD-46DA-82A8-3CCF84890D20}" srcId="{852F137B-4881-4271-BA42-206A4D1973EE}" destId="{108BECB2-89E7-48FF-8631-8CC067973C48}" srcOrd="14" destOrd="0" parTransId="{AB0D2DBF-B886-4087-BAC1-AA0E9C57CED5}" sibTransId="{6E9FDEF8-6546-40B4-BFC1-2959FFC5662D}"/>
    <dgm:cxn modelId="{F55937D8-2AFC-4570-9573-1DBF2CAA1FFD}" type="presOf" srcId="{DEFC20B4-DDE7-469D-94D8-73AA11881C0C}" destId="{3BB2C104-2460-4344-B5B2-21A222E1C8C1}" srcOrd="0" destOrd="0" presId="urn:microsoft.com/office/officeart/2005/8/layout/vList2"/>
    <dgm:cxn modelId="{841952DD-3C86-452A-9E6B-15EC472B51BB}" type="presOf" srcId="{313B98E3-1FA0-425F-9C04-E3685879D274}" destId="{BB0AB500-1F70-493E-914D-BEBE14670B7D}" srcOrd="0" destOrd="0" presId="urn:microsoft.com/office/officeart/2005/8/layout/vList2"/>
    <dgm:cxn modelId="{D84BB3E2-1C13-42C4-8325-6281E3C4DF20}" type="presOf" srcId="{9C44E733-041E-46C6-99C3-045F3075DD1B}" destId="{9F753D2D-92E9-4D27-A36D-FDA8DCCC5FC8}" srcOrd="0" destOrd="0" presId="urn:microsoft.com/office/officeart/2005/8/layout/vList2"/>
    <dgm:cxn modelId="{CACAE8E3-CE12-483C-ADE3-BEBD46EB31EA}" srcId="{852F137B-4881-4271-BA42-206A4D1973EE}" destId="{76A886B9-6B13-4F52-9991-10F3B08864E8}" srcOrd="9" destOrd="0" parTransId="{704198C3-DD3B-42B9-98F6-DE91272F7D52}" sibTransId="{A97071F6-B528-467E-BED7-DB2126BFD34E}"/>
    <dgm:cxn modelId="{3DA842ED-0DA1-45FA-8A78-A4BFEC59C57F}" srcId="{852F137B-4881-4271-BA42-206A4D1973EE}" destId="{78DF98C1-2600-4651-BDB3-F535A2A88D91}" srcOrd="0" destOrd="0" parTransId="{89749030-AE2F-4F7E-B4C8-6F6815941917}" sibTransId="{4813FB3A-0E7D-4B44-85F1-E35A653201C9}"/>
    <dgm:cxn modelId="{7A5670F4-070B-4B03-9EFF-CC61C6930420}" type="presOf" srcId="{72CE6838-2528-4EE3-AF78-93E71D283F45}" destId="{24A473DA-56CF-405C-ABE2-961EBDC95B50}" srcOrd="0" destOrd="0" presId="urn:microsoft.com/office/officeart/2005/8/layout/vList2"/>
    <dgm:cxn modelId="{7D74D3F8-AA5B-4B7E-8E51-35CC575E9A48}" type="presOf" srcId="{384BC217-00D9-42D2-868E-EE07A9933FBF}" destId="{802DEBF9-D470-404B-B14F-354A7E3A45C2}" srcOrd="0" destOrd="0" presId="urn:microsoft.com/office/officeart/2005/8/layout/vList2"/>
    <dgm:cxn modelId="{C6F54D3A-CA14-491B-9CFA-0D8385B6FBD3}" type="presParOf" srcId="{C4E5EDDD-E546-4FB7-966B-CF87D4AD01DC}" destId="{4095FC0A-D6D3-47D1-8E09-CF9851424449}" srcOrd="0" destOrd="0" presId="urn:microsoft.com/office/officeart/2005/8/layout/vList2"/>
    <dgm:cxn modelId="{98ADF17B-E20B-47F4-B0BC-BA435908D077}" type="presParOf" srcId="{C4E5EDDD-E546-4FB7-966B-CF87D4AD01DC}" destId="{E63A93F6-8ABB-4DC7-B8D3-04F502E34E8C}" srcOrd="1" destOrd="0" presId="urn:microsoft.com/office/officeart/2005/8/layout/vList2"/>
    <dgm:cxn modelId="{DCD35042-C959-4453-9A18-EEB40611E808}" type="presParOf" srcId="{C4E5EDDD-E546-4FB7-966B-CF87D4AD01DC}" destId="{24A473DA-56CF-405C-ABE2-961EBDC95B50}" srcOrd="2" destOrd="0" presId="urn:microsoft.com/office/officeart/2005/8/layout/vList2"/>
    <dgm:cxn modelId="{0CD2DA32-74E5-4407-BD3C-81273985E775}" type="presParOf" srcId="{C4E5EDDD-E546-4FB7-966B-CF87D4AD01DC}" destId="{36DA75F6-CFD9-464A-9A84-161107798B12}" srcOrd="3" destOrd="0" presId="urn:microsoft.com/office/officeart/2005/8/layout/vList2"/>
    <dgm:cxn modelId="{BCF2E912-CCF1-43B3-81C6-97E8091DE0C3}" type="presParOf" srcId="{C4E5EDDD-E546-4FB7-966B-CF87D4AD01DC}" destId="{BB0AB500-1F70-493E-914D-BEBE14670B7D}" srcOrd="4" destOrd="0" presId="urn:microsoft.com/office/officeart/2005/8/layout/vList2"/>
    <dgm:cxn modelId="{F17BBB9D-1769-4E28-806B-98563AB86A8F}" type="presParOf" srcId="{C4E5EDDD-E546-4FB7-966B-CF87D4AD01DC}" destId="{08ADF835-1495-4117-BFFE-E290E2225B10}" srcOrd="5" destOrd="0" presId="urn:microsoft.com/office/officeart/2005/8/layout/vList2"/>
    <dgm:cxn modelId="{C67D2A02-9F44-4B9F-9EE2-618087F04AF4}" type="presParOf" srcId="{C4E5EDDD-E546-4FB7-966B-CF87D4AD01DC}" destId="{BB629832-A3DA-4B23-8F0D-B60A44B671C8}" srcOrd="6" destOrd="0" presId="urn:microsoft.com/office/officeart/2005/8/layout/vList2"/>
    <dgm:cxn modelId="{F4B3DE7B-199D-4BD6-8B50-737085C46E16}" type="presParOf" srcId="{C4E5EDDD-E546-4FB7-966B-CF87D4AD01DC}" destId="{A1A7240F-57B2-466D-8607-D9214ED15C2D}" srcOrd="7" destOrd="0" presId="urn:microsoft.com/office/officeart/2005/8/layout/vList2"/>
    <dgm:cxn modelId="{0EB1DDE8-9108-446B-9922-3E7BFC6C34EF}" type="presParOf" srcId="{C4E5EDDD-E546-4FB7-966B-CF87D4AD01DC}" destId="{48F3B408-1199-4D52-B51A-7AC78F340162}" srcOrd="8" destOrd="0" presId="urn:microsoft.com/office/officeart/2005/8/layout/vList2"/>
    <dgm:cxn modelId="{DD01A62E-27B1-4C31-B76D-E3A5A064ED2D}" type="presParOf" srcId="{C4E5EDDD-E546-4FB7-966B-CF87D4AD01DC}" destId="{C7369B9C-7673-4DF8-93F7-787B8BA08878}" srcOrd="9" destOrd="0" presId="urn:microsoft.com/office/officeart/2005/8/layout/vList2"/>
    <dgm:cxn modelId="{49DE69AC-7209-4A72-9EE9-8D2CDCCB326D}" type="presParOf" srcId="{C4E5EDDD-E546-4FB7-966B-CF87D4AD01DC}" destId="{3BB2C104-2460-4344-B5B2-21A222E1C8C1}" srcOrd="10" destOrd="0" presId="urn:microsoft.com/office/officeart/2005/8/layout/vList2"/>
    <dgm:cxn modelId="{3974108D-7D68-4661-8334-FD48897BC9CB}" type="presParOf" srcId="{C4E5EDDD-E546-4FB7-966B-CF87D4AD01DC}" destId="{E93F7749-5295-4B09-BE53-A925226780B9}" srcOrd="11" destOrd="0" presId="urn:microsoft.com/office/officeart/2005/8/layout/vList2"/>
    <dgm:cxn modelId="{3F781D5A-6447-41D2-BB77-D3F35A2DBA41}" type="presParOf" srcId="{C4E5EDDD-E546-4FB7-966B-CF87D4AD01DC}" destId="{9F753D2D-92E9-4D27-A36D-FDA8DCCC5FC8}" srcOrd="12" destOrd="0" presId="urn:microsoft.com/office/officeart/2005/8/layout/vList2"/>
    <dgm:cxn modelId="{D3A09B79-AD1F-44D3-A537-8FD0F98EF995}" type="presParOf" srcId="{C4E5EDDD-E546-4FB7-966B-CF87D4AD01DC}" destId="{3DBD7A36-B18D-4B95-8222-9690C4F75AD1}" srcOrd="13" destOrd="0" presId="urn:microsoft.com/office/officeart/2005/8/layout/vList2"/>
    <dgm:cxn modelId="{31077398-7BBD-4ACA-90D1-0E98703F80D9}" type="presParOf" srcId="{C4E5EDDD-E546-4FB7-966B-CF87D4AD01DC}" destId="{923C73EC-48B4-458C-9EAD-F800479482EB}" srcOrd="14" destOrd="0" presId="urn:microsoft.com/office/officeart/2005/8/layout/vList2"/>
    <dgm:cxn modelId="{C0FEB180-C4C3-484D-81FA-8C8259ECFCE7}" type="presParOf" srcId="{C4E5EDDD-E546-4FB7-966B-CF87D4AD01DC}" destId="{B5402E61-54E7-4388-8DDE-2880B80E7EC2}" srcOrd="15" destOrd="0" presId="urn:microsoft.com/office/officeart/2005/8/layout/vList2"/>
    <dgm:cxn modelId="{4CB3CA7E-CB94-4FB9-B207-A01C1F7A51AB}" type="presParOf" srcId="{C4E5EDDD-E546-4FB7-966B-CF87D4AD01DC}" destId="{24CAFC6B-5E61-4792-B2BA-56499B4D65C8}" srcOrd="16" destOrd="0" presId="urn:microsoft.com/office/officeart/2005/8/layout/vList2"/>
    <dgm:cxn modelId="{6031B158-31CB-4034-AD3A-E08205CAE131}" type="presParOf" srcId="{C4E5EDDD-E546-4FB7-966B-CF87D4AD01DC}" destId="{3A54A1BA-7FC4-4E14-AD10-2715CF69B2DC}" srcOrd="17" destOrd="0" presId="urn:microsoft.com/office/officeart/2005/8/layout/vList2"/>
    <dgm:cxn modelId="{B898FA48-9E05-4418-99B6-09281CB91F96}" type="presParOf" srcId="{C4E5EDDD-E546-4FB7-966B-CF87D4AD01DC}" destId="{481237F5-4E53-4EB1-BA91-9D9342E67A5A}" srcOrd="18" destOrd="0" presId="urn:microsoft.com/office/officeart/2005/8/layout/vList2"/>
    <dgm:cxn modelId="{B6717DF7-F324-44F7-8E3F-4E270F6CF1EE}" type="presParOf" srcId="{C4E5EDDD-E546-4FB7-966B-CF87D4AD01DC}" destId="{41E80C38-1405-415E-AE64-1DF2565F84B2}" srcOrd="19" destOrd="0" presId="urn:microsoft.com/office/officeart/2005/8/layout/vList2"/>
    <dgm:cxn modelId="{EDBDCA04-2F8D-4362-B898-8A173B9D5FCD}" type="presParOf" srcId="{C4E5EDDD-E546-4FB7-966B-CF87D4AD01DC}" destId="{802DEBF9-D470-404B-B14F-354A7E3A45C2}" srcOrd="20" destOrd="0" presId="urn:microsoft.com/office/officeart/2005/8/layout/vList2"/>
    <dgm:cxn modelId="{3D339E2A-08E1-470A-9ED1-AB7312965915}" type="presParOf" srcId="{C4E5EDDD-E546-4FB7-966B-CF87D4AD01DC}" destId="{1B3C6C35-3396-4218-95B2-342E07714EA9}" srcOrd="21" destOrd="0" presId="urn:microsoft.com/office/officeart/2005/8/layout/vList2"/>
    <dgm:cxn modelId="{41DB29CF-B55E-4393-A147-FACEDB7D2825}" type="presParOf" srcId="{C4E5EDDD-E546-4FB7-966B-CF87D4AD01DC}" destId="{A769F8C8-BAEB-4062-AC30-0AD7A527E05D}" srcOrd="22" destOrd="0" presId="urn:microsoft.com/office/officeart/2005/8/layout/vList2"/>
    <dgm:cxn modelId="{ACDA1A36-5A62-4733-B312-7DCC27FE6A58}" type="presParOf" srcId="{C4E5EDDD-E546-4FB7-966B-CF87D4AD01DC}" destId="{831187BE-9507-4535-9853-8B6E7516B5A0}" srcOrd="23" destOrd="0" presId="urn:microsoft.com/office/officeart/2005/8/layout/vList2"/>
    <dgm:cxn modelId="{54227877-7915-45E8-9CB8-2A214583C3F3}" type="presParOf" srcId="{C4E5EDDD-E546-4FB7-966B-CF87D4AD01DC}" destId="{EC2CDEB9-1B9C-4D0D-B9C6-CAEDD322C1ED}" srcOrd="24" destOrd="0" presId="urn:microsoft.com/office/officeart/2005/8/layout/vList2"/>
    <dgm:cxn modelId="{79BC1141-1A8B-43C4-AC46-24D2C397F7C7}" type="presParOf" srcId="{C4E5EDDD-E546-4FB7-966B-CF87D4AD01DC}" destId="{0CFF352F-E742-4580-9F73-DC1530439A99}" srcOrd="25" destOrd="0" presId="urn:microsoft.com/office/officeart/2005/8/layout/vList2"/>
    <dgm:cxn modelId="{0FAB4046-A823-4136-8D58-7F2826800B8C}" type="presParOf" srcId="{C4E5EDDD-E546-4FB7-966B-CF87D4AD01DC}" destId="{5F6BD633-4988-4B81-8D87-3A26488A6A28}" srcOrd="26" destOrd="0" presId="urn:microsoft.com/office/officeart/2005/8/layout/vList2"/>
    <dgm:cxn modelId="{5527EA74-F54D-4780-9EF1-DB816E2ADB2D}" type="presParOf" srcId="{C4E5EDDD-E546-4FB7-966B-CF87D4AD01DC}" destId="{03042C41-3523-4C4A-9120-4990E1F5CA73}" srcOrd="27" destOrd="0" presId="urn:microsoft.com/office/officeart/2005/8/layout/vList2"/>
    <dgm:cxn modelId="{1E3D2783-665C-4D22-A59F-29D22291023C}" type="presParOf" srcId="{C4E5EDDD-E546-4FB7-966B-CF87D4AD01DC}" destId="{34E861ED-FFC1-4419-A440-0A31A2ECE52B}" srcOrd="28" destOrd="0" presId="urn:microsoft.com/office/officeart/2005/8/layout/vList2"/>
    <dgm:cxn modelId="{1A966827-070C-48D5-8E47-D989AB98E6A3}" type="presParOf" srcId="{C4E5EDDD-E546-4FB7-966B-CF87D4AD01DC}" destId="{F6A49323-78F9-454C-BE8A-F1CC868D4EDB}" srcOrd="29" destOrd="0" presId="urn:microsoft.com/office/officeart/2005/8/layout/vList2"/>
    <dgm:cxn modelId="{B5EF698C-6339-4ABB-8B26-6A8B3BBAAA0E}" type="presParOf" srcId="{C4E5EDDD-E546-4FB7-966B-CF87D4AD01DC}" destId="{E598DC40-D4A0-473E-AE95-76BC955EBD3E}" srcOrd="3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5FC0A-D6D3-47D1-8E09-CF9851424449}">
      <dsp:nvSpPr>
        <dsp:cNvPr id="0" name=""/>
        <dsp:cNvSpPr/>
      </dsp:nvSpPr>
      <dsp:spPr>
        <a:xfrm>
          <a:off x="0" y="166320"/>
          <a:ext cx="614476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pwd</a:t>
          </a:r>
          <a:r>
            <a:rPr lang="pt-BR" sz="1100" kern="1200"/>
            <a:t> – Exibe o diretório atual (caminho completo).</a:t>
          </a:r>
          <a:endParaRPr lang="en-US" sz="1100" kern="1200"/>
        </a:p>
      </dsp:txBody>
      <dsp:txXfrm>
        <a:off x="12879" y="179199"/>
        <a:ext cx="6119009" cy="238077"/>
      </dsp:txXfrm>
    </dsp:sp>
    <dsp:sp modelId="{24A473DA-56CF-405C-ABE2-961EBDC95B50}">
      <dsp:nvSpPr>
        <dsp:cNvPr id="0" name=""/>
        <dsp:cNvSpPr/>
      </dsp:nvSpPr>
      <dsp:spPr>
        <a:xfrm>
          <a:off x="0" y="461835"/>
          <a:ext cx="6144767" cy="2638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ls</a:t>
          </a:r>
          <a:r>
            <a:rPr lang="pt-BR" sz="1100" kern="1200"/>
            <a:t> – Lista os arquivos e diretórios existentes.</a:t>
          </a:r>
          <a:endParaRPr lang="en-US" sz="1100" kern="1200"/>
        </a:p>
      </dsp:txBody>
      <dsp:txXfrm>
        <a:off x="12879" y="474714"/>
        <a:ext cx="6119009" cy="238077"/>
      </dsp:txXfrm>
    </dsp:sp>
    <dsp:sp modelId="{BB0AB500-1F70-493E-914D-BEBE14670B7D}">
      <dsp:nvSpPr>
        <dsp:cNvPr id="0" name=""/>
        <dsp:cNvSpPr/>
      </dsp:nvSpPr>
      <dsp:spPr>
        <a:xfrm>
          <a:off x="0" y="757350"/>
          <a:ext cx="6144767" cy="2638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ls -l exibe detalhes de permissões, proprietário e tamanho.</a:t>
          </a:r>
          <a:endParaRPr lang="en-US" sz="1100" kern="1200"/>
        </a:p>
      </dsp:txBody>
      <dsp:txXfrm>
        <a:off x="12879" y="770229"/>
        <a:ext cx="6119009" cy="238077"/>
      </dsp:txXfrm>
    </dsp:sp>
    <dsp:sp modelId="{BB629832-A3DA-4B23-8F0D-B60A44B671C8}">
      <dsp:nvSpPr>
        <dsp:cNvPr id="0" name=""/>
        <dsp:cNvSpPr/>
      </dsp:nvSpPr>
      <dsp:spPr>
        <a:xfrm>
          <a:off x="0" y="1052865"/>
          <a:ext cx="6144767" cy="2638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ls -a mostra arquivos ocultos.</a:t>
          </a:r>
          <a:endParaRPr lang="en-US" sz="1100" kern="1200"/>
        </a:p>
      </dsp:txBody>
      <dsp:txXfrm>
        <a:off x="12879" y="1065744"/>
        <a:ext cx="6119009" cy="238077"/>
      </dsp:txXfrm>
    </dsp:sp>
    <dsp:sp modelId="{48F3B408-1199-4D52-B51A-7AC78F340162}">
      <dsp:nvSpPr>
        <dsp:cNvPr id="0" name=""/>
        <dsp:cNvSpPr/>
      </dsp:nvSpPr>
      <dsp:spPr>
        <a:xfrm>
          <a:off x="0" y="1348380"/>
          <a:ext cx="6144767" cy="26383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cd</a:t>
          </a:r>
          <a:r>
            <a:rPr lang="pt-BR" sz="1100" kern="1200"/>
            <a:t> – Altera o diretório de trabalho atual.</a:t>
          </a:r>
          <a:endParaRPr lang="en-US" sz="1100" kern="1200"/>
        </a:p>
      </dsp:txBody>
      <dsp:txXfrm>
        <a:off x="12879" y="1361259"/>
        <a:ext cx="6119009" cy="238077"/>
      </dsp:txXfrm>
    </dsp:sp>
    <dsp:sp modelId="{3BB2C104-2460-4344-B5B2-21A222E1C8C1}">
      <dsp:nvSpPr>
        <dsp:cNvPr id="0" name=""/>
        <dsp:cNvSpPr/>
      </dsp:nvSpPr>
      <dsp:spPr>
        <a:xfrm>
          <a:off x="0" y="1643895"/>
          <a:ext cx="614476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mkdir</a:t>
          </a:r>
          <a:r>
            <a:rPr lang="pt-BR" sz="1100" kern="1200"/>
            <a:t> – Cria novos diretórios.</a:t>
          </a:r>
          <a:endParaRPr lang="en-US" sz="1100" kern="1200"/>
        </a:p>
      </dsp:txBody>
      <dsp:txXfrm>
        <a:off x="12879" y="1656774"/>
        <a:ext cx="6119009" cy="238077"/>
      </dsp:txXfrm>
    </dsp:sp>
    <dsp:sp modelId="{9F753D2D-92E9-4D27-A36D-FDA8DCCC5FC8}">
      <dsp:nvSpPr>
        <dsp:cNvPr id="0" name=""/>
        <dsp:cNvSpPr/>
      </dsp:nvSpPr>
      <dsp:spPr>
        <a:xfrm>
          <a:off x="0" y="1939410"/>
          <a:ext cx="6144767" cy="2638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rmdir</a:t>
          </a:r>
          <a:r>
            <a:rPr lang="pt-BR" sz="1100" kern="1200"/>
            <a:t> – Remove diretórios vazios.</a:t>
          </a:r>
          <a:endParaRPr lang="en-US" sz="1100" kern="1200"/>
        </a:p>
      </dsp:txBody>
      <dsp:txXfrm>
        <a:off x="12879" y="1952289"/>
        <a:ext cx="6119009" cy="238077"/>
      </dsp:txXfrm>
    </dsp:sp>
    <dsp:sp modelId="{923C73EC-48B4-458C-9EAD-F800479482EB}">
      <dsp:nvSpPr>
        <dsp:cNvPr id="0" name=""/>
        <dsp:cNvSpPr/>
      </dsp:nvSpPr>
      <dsp:spPr>
        <a:xfrm>
          <a:off x="0" y="2234925"/>
          <a:ext cx="6144767" cy="2638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touch</a:t>
          </a:r>
          <a:r>
            <a:rPr lang="pt-BR" sz="1100" kern="1200"/>
            <a:t> – Cria novos arquivos vazios.</a:t>
          </a:r>
          <a:endParaRPr lang="en-US" sz="1100" kern="1200"/>
        </a:p>
      </dsp:txBody>
      <dsp:txXfrm>
        <a:off x="12879" y="2247804"/>
        <a:ext cx="6119009" cy="238077"/>
      </dsp:txXfrm>
    </dsp:sp>
    <dsp:sp modelId="{24CAFC6B-5E61-4792-B2BA-56499B4D65C8}">
      <dsp:nvSpPr>
        <dsp:cNvPr id="0" name=""/>
        <dsp:cNvSpPr/>
      </dsp:nvSpPr>
      <dsp:spPr>
        <a:xfrm>
          <a:off x="0" y="2530440"/>
          <a:ext cx="6144767" cy="2638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echo</a:t>
          </a:r>
          <a:r>
            <a:rPr lang="pt-BR" sz="1100" kern="1200"/>
            <a:t> – Exibe mensagens ou grava texto em arquivos.</a:t>
          </a:r>
          <a:endParaRPr lang="en-US" sz="1100" kern="1200"/>
        </a:p>
      </dsp:txBody>
      <dsp:txXfrm>
        <a:off x="12879" y="2543319"/>
        <a:ext cx="6119009" cy="238077"/>
      </dsp:txXfrm>
    </dsp:sp>
    <dsp:sp modelId="{481237F5-4E53-4EB1-BA91-9D9342E67A5A}">
      <dsp:nvSpPr>
        <dsp:cNvPr id="0" name=""/>
        <dsp:cNvSpPr/>
      </dsp:nvSpPr>
      <dsp:spPr>
        <a:xfrm>
          <a:off x="0" y="2825955"/>
          <a:ext cx="6144767" cy="26383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cat</a:t>
          </a:r>
          <a:r>
            <a:rPr lang="pt-BR" sz="1100" kern="1200"/>
            <a:t> – Mostra o conteúdo de arquivos de texto.</a:t>
          </a:r>
          <a:endParaRPr lang="en-US" sz="1100" kern="1200"/>
        </a:p>
      </dsp:txBody>
      <dsp:txXfrm>
        <a:off x="12879" y="2838834"/>
        <a:ext cx="6119009" cy="238077"/>
      </dsp:txXfrm>
    </dsp:sp>
    <dsp:sp modelId="{802DEBF9-D470-404B-B14F-354A7E3A45C2}">
      <dsp:nvSpPr>
        <dsp:cNvPr id="0" name=""/>
        <dsp:cNvSpPr/>
      </dsp:nvSpPr>
      <dsp:spPr>
        <a:xfrm>
          <a:off x="0" y="3121470"/>
          <a:ext cx="614476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cp</a:t>
          </a:r>
          <a:r>
            <a:rPr lang="pt-BR" sz="1100" kern="1200"/>
            <a:t> – Copia arquivos e diretórios.</a:t>
          </a:r>
          <a:endParaRPr lang="en-US" sz="1100" kern="1200"/>
        </a:p>
      </dsp:txBody>
      <dsp:txXfrm>
        <a:off x="12879" y="3134349"/>
        <a:ext cx="6119009" cy="238077"/>
      </dsp:txXfrm>
    </dsp:sp>
    <dsp:sp modelId="{A769F8C8-BAEB-4062-AC30-0AD7A527E05D}">
      <dsp:nvSpPr>
        <dsp:cNvPr id="0" name=""/>
        <dsp:cNvSpPr/>
      </dsp:nvSpPr>
      <dsp:spPr>
        <a:xfrm>
          <a:off x="0" y="3416985"/>
          <a:ext cx="6144767" cy="2638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mv</a:t>
          </a:r>
          <a:r>
            <a:rPr lang="pt-BR" sz="1100" kern="1200"/>
            <a:t> – Move ou renomeia arquivos e diretórios.</a:t>
          </a:r>
          <a:endParaRPr lang="en-US" sz="1100" kern="1200"/>
        </a:p>
      </dsp:txBody>
      <dsp:txXfrm>
        <a:off x="12879" y="3429864"/>
        <a:ext cx="6119009" cy="238077"/>
      </dsp:txXfrm>
    </dsp:sp>
    <dsp:sp modelId="{EC2CDEB9-1B9C-4D0D-B9C6-CAEDD322C1ED}">
      <dsp:nvSpPr>
        <dsp:cNvPr id="0" name=""/>
        <dsp:cNvSpPr/>
      </dsp:nvSpPr>
      <dsp:spPr>
        <a:xfrm>
          <a:off x="0" y="3712500"/>
          <a:ext cx="6144767" cy="2638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rm</a:t>
          </a:r>
          <a:r>
            <a:rPr lang="pt-BR" sz="1100" kern="1200"/>
            <a:t> – Exclui arquivos ou diretórios.</a:t>
          </a:r>
          <a:endParaRPr lang="en-US" sz="1100" kern="1200"/>
        </a:p>
      </dsp:txBody>
      <dsp:txXfrm>
        <a:off x="12879" y="3725379"/>
        <a:ext cx="6119009" cy="238077"/>
      </dsp:txXfrm>
    </dsp:sp>
    <dsp:sp modelId="{5F6BD633-4988-4B81-8D87-3A26488A6A28}">
      <dsp:nvSpPr>
        <dsp:cNvPr id="0" name=""/>
        <dsp:cNvSpPr/>
      </dsp:nvSpPr>
      <dsp:spPr>
        <a:xfrm>
          <a:off x="0" y="4008015"/>
          <a:ext cx="6144767" cy="2638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find</a:t>
          </a:r>
          <a:r>
            <a:rPr lang="pt-BR" sz="1100" kern="1200"/>
            <a:t> – Localiza arquivos e diretórios com base em filtros.</a:t>
          </a:r>
          <a:endParaRPr lang="en-US" sz="1100" kern="1200"/>
        </a:p>
      </dsp:txBody>
      <dsp:txXfrm>
        <a:off x="12879" y="4020894"/>
        <a:ext cx="6119009" cy="238077"/>
      </dsp:txXfrm>
    </dsp:sp>
    <dsp:sp modelId="{34E861ED-FFC1-4419-A440-0A31A2ECE52B}">
      <dsp:nvSpPr>
        <dsp:cNvPr id="0" name=""/>
        <dsp:cNvSpPr/>
      </dsp:nvSpPr>
      <dsp:spPr>
        <a:xfrm>
          <a:off x="0" y="4303530"/>
          <a:ext cx="6144767" cy="26383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history</a:t>
          </a:r>
          <a:r>
            <a:rPr lang="pt-BR" sz="1100" kern="1200"/>
            <a:t> – Exibe o histórico de comandos executados.</a:t>
          </a:r>
          <a:endParaRPr lang="en-US" sz="1100" kern="1200"/>
        </a:p>
      </dsp:txBody>
      <dsp:txXfrm>
        <a:off x="12879" y="4316409"/>
        <a:ext cx="6119009" cy="238077"/>
      </dsp:txXfrm>
    </dsp:sp>
    <dsp:sp modelId="{E598DC40-D4A0-473E-AE95-76BC955EBD3E}">
      <dsp:nvSpPr>
        <dsp:cNvPr id="0" name=""/>
        <dsp:cNvSpPr/>
      </dsp:nvSpPr>
      <dsp:spPr>
        <a:xfrm>
          <a:off x="0" y="4599044"/>
          <a:ext cx="614476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clear</a:t>
          </a:r>
          <a:r>
            <a:rPr lang="pt-BR" sz="1100" kern="1200"/>
            <a:t> – Limpa a tela do terminal.</a:t>
          </a:r>
          <a:endParaRPr lang="en-US" sz="1100" kern="1200"/>
        </a:p>
      </dsp:txBody>
      <dsp:txXfrm>
        <a:off x="12879" y="4611923"/>
        <a:ext cx="6119009" cy="238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64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5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62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0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8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3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9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2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1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5" r:id="rId4"/>
    <p:sldLayoutId id="2147483676" r:id="rId5"/>
    <p:sldLayoutId id="2147483681" r:id="rId6"/>
    <p:sldLayoutId id="2147483677" r:id="rId7"/>
    <p:sldLayoutId id="2147483678" r:id="rId8"/>
    <p:sldLayoutId id="2147483679" r:id="rId9"/>
    <p:sldLayoutId id="2147483680" r:id="rId10"/>
    <p:sldLayoutId id="214748368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EB2EF-EE36-E5B3-C73A-0200FB06D0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891" r="-2" b="108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 fontScale="90000"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Seminário</a:t>
            </a:r>
            <a:br>
              <a:rPr lang="de-DE" sz="6000" dirty="0">
                <a:solidFill>
                  <a:srgbClr val="FFFFFF"/>
                </a:solidFill>
              </a:rPr>
            </a:br>
            <a:r>
              <a:rPr lang="de-DE" sz="6000" dirty="0" err="1">
                <a:solidFill>
                  <a:srgbClr val="FFFFFF"/>
                </a:solidFill>
              </a:rPr>
              <a:t>Sistemas</a:t>
            </a:r>
            <a:r>
              <a:rPr lang="de-DE" sz="6000" dirty="0">
                <a:solidFill>
                  <a:srgbClr val="FFFFFF"/>
                </a:solidFill>
              </a:rPr>
              <a:t> </a:t>
            </a:r>
            <a:r>
              <a:rPr lang="de-DE" sz="6000" dirty="0" err="1">
                <a:solidFill>
                  <a:srgbClr val="FFFFFF"/>
                </a:solidFill>
              </a:rPr>
              <a:t>Operacionais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de-DE" sz="2400" dirty="0" err="1">
                <a:solidFill>
                  <a:srgbClr val="FFFFFF"/>
                </a:solidFill>
              </a:rPr>
              <a:t>Máquinas</a:t>
            </a:r>
            <a:r>
              <a:rPr lang="de-DE" sz="2400" dirty="0">
                <a:solidFill>
                  <a:srgbClr val="FFFFFF"/>
                </a:solidFill>
              </a:rPr>
              <a:t> </a:t>
            </a:r>
            <a:r>
              <a:rPr lang="de-DE" sz="2400" dirty="0" err="1">
                <a:solidFill>
                  <a:srgbClr val="FFFFFF"/>
                </a:solidFill>
              </a:rPr>
              <a:t>Virtuais</a:t>
            </a:r>
            <a:r>
              <a:rPr lang="de-DE" sz="2400" dirty="0">
                <a:solidFill>
                  <a:srgbClr val="FFFFFF"/>
                </a:solidFill>
              </a:rPr>
              <a:t> e </a:t>
            </a:r>
            <a:r>
              <a:rPr lang="de-DE" sz="2400" dirty="0" err="1">
                <a:solidFill>
                  <a:srgbClr val="FFFFFF"/>
                </a:solidFill>
              </a:rPr>
              <a:t>Sistema</a:t>
            </a:r>
            <a:r>
              <a:rPr lang="de-DE" sz="2400" dirty="0">
                <a:solidFill>
                  <a:srgbClr val="FFFFFF"/>
                </a:solidFill>
              </a:rPr>
              <a:t> Linux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3C3B4D-3802-5517-2CD7-50CF39002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VirtualBox manager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6182A9-0D91-36AF-B346-F0F2E89EF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4406871"/>
            <a:ext cx="3465681" cy="1709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Máquina virtual, um ambiente de computação digital que imita um computador físico.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230BB9E-3A7D-8134-4663-0649D14CB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160" y="657369"/>
            <a:ext cx="5786838" cy="56421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67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0BF566-A6F6-49C7-EBFC-F18AF843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303520"/>
            <a:ext cx="7726680" cy="10620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Criação da VM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Espaço Reservado para Conteúdo 3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E81AF128-4058-3AA5-5A09-246AFF7FF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869" y="1124965"/>
            <a:ext cx="5450641" cy="3788195"/>
          </a:xfrm>
          <a:prstGeom prst="rect">
            <a:avLst/>
          </a:prstGeom>
        </p:spPr>
      </p:pic>
      <p:pic>
        <p:nvPicPr>
          <p:cNvPr id="5" name="Imagem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7F45BB8-B11B-083D-5434-59B66D5C1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41" y="1124965"/>
            <a:ext cx="5450641" cy="378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8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AD1A75-CB00-A42D-8961-098A3A30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8409"/>
            <a:ext cx="11149874" cy="129838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Especificações do Sistema, Hardware e Disco</a:t>
            </a:r>
            <a:br>
              <a:rPr lang="en-US" sz="3800"/>
            </a:br>
            <a:endParaRPr lang="en-US" sz="38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785FB50A-C5BA-272F-5044-E273557169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51" r="3" b="13475"/>
          <a:stretch>
            <a:fillRect/>
          </a:stretch>
        </p:blipFill>
        <p:spPr>
          <a:xfrm>
            <a:off x="6508361" y="1957525"/>
            <a:ext cx="5450641" cy="3154680"/>
          </a:xfrm>
          <a:prstGeom prst="rect">
            <a:avLst/>
          </a:prstGeom>
        </p:spPr>
      </p:pic>
      <p:pic>
        <p:nvPicPr>
          <p:cNvPr id="4" name="Espaço Reservado para Conteúdo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A53BEC52-6AD3-7CFC-FE10-B6048A87A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3" b="16726"/>
          <a:stretch>
            <a:fillRect/>
          </a:stretch>
        </p:blipFill>
        <p:spPr>
          <a:xfrm>
            <a:off x="651979" y="1957525"/>
            <a:ext cx="5450641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84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7CB383-3E57-507A-E770-EE4CEB55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56909" cy="5371011"/>
          </a:xfrm>
        </p:spPr>
        <p:txBody>
          <a:bodyPr>
            <a:normAutofit/>
          </a:bodyPr>
          <a:lstStyle/>
          <a:p>
            <a:r>
              <a:rPr lang="pt-BR"/>
              <a:t>Sumário da VM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7E62834-F56F-B5B9-BA15-C7B6C9E2C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pic>
        <p:nvPicPr>
          <p:cNvPr id="10" name="Espaço Reservado para Conteúdo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B20725C8-C362-83F6-65E1-FC27DB120F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9" r="-2" b="-2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07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8553EA-D732-956F-6816-BE9CCAB06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VM Ubuntu – Desktop em execução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B5456407-1B55-CA50-FBBA-084E44CD3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9154" y="977464"/>
            <a:ext cx="7856731" cy="445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36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Freeform: Shape 3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Rectangle 37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0993DB-7FC0-7829-5E55-87C728ACE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Comandos para Criação de arquivos de texto</a:t>
            </a:r>
          </a:p>
        </p:txBody>
      </p:sp>
      <p:sp>
        <p:nvSpPr>
          <p:cNvPr id="50" name="Freeform: Shape 39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Espaço Reservado para Conteúdo 9" descr="Texto&#10;&#10;O conteúdo gerado por IA pode estar incorreto.">
            <a:extLst>
              <a:ext uri="{FF2B5EF4-FFF2-40B4-BE49-F238E27FC236}">
                <a16:creationId xmlns:a16="http://schemas.microsoft.com/office/drawing/2014/main" id="{F9899095-C3EE-5736-9DC7-27FBA4311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16000"/>
                    </a14:imgEffect>
                    <a14:imgEffect>
                      <a14:brightnessContrast bright="25000"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9154" y="965741"/>
            <a:ext cx="7551931" cy="432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2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A191AD-2F8A-76E7-4A97-7F01E637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Resultado dos comandos</a:t>
            </a:r>
          </a:p>
        </p:txBody>
      </p:sp>
      <p:sp>
        <p:nvSpPr>
          <p:cNvPr id="31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Espaço Reservado para Conteúdo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5762BAD-C915-A85A-04EE-DDA73831B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9154" y="977464"/>
            <a:ext cx="7856731" cy="448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9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5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FB0279-5C1C-3919-36DC-CBA9F513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pt-BR" dirty="0"/>
              <a:t>Comandos Linux</a:t>
            </a:r>
            <a:br>
              <a:rPr lang="pt-BR" dirty="0"/>
            </a:br>
            <a:r>
              <a:rPr lang="pt-BR" dirty="0"/>
              <a:t>-Básicos</a:t>
            </a:r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Espaço Reservado para Conteúdo 2">
            <a:extLst>
              <a:ext uri="{FF2B5EF4-FFF2-40B4-BE49-F238E27FC236}">
                <a16:creationId xmlns:a16="http://schemas.microsoft.com/office/drawing/2014/main" id="{0BBB82D0-EF1A-FA53-67C3-CB19E1BBD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945418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953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99F37A-4441-0225-4755-CE61134BF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 dirty="0" err="1"/>
              <a:t>Obrigado</a:t>
            </a:r>
            <a:r>
              <a:rPr lang="en-US" sz="8800" dirty="0"/>
              <a:t> pela </a:t>
            </a:r>
            <a:r>
              <a:rPr lang="en-US" sz="8800" dirty="0" err="1"/>
              <a:t>atenção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0480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GestaltVTI</vt:lpstr>
      <vt:lpstr>Seminário Sistemas Operacionais</vt:lpstr>
      <vt:lpstr>VirtualBox manager</vt:lpstr>
      <vt:lpstr>Criação da VM</vt:lpstr>
      <vt:lpstr>Especificações do Sistema, Hardware e Disco </vt:lpstr>
      <vt:lpstr>Sumário da VM</vt:lpstr>
      <vt:lpstr>VM Ubuntu – Desktop em execução</vt:lpstr>
      <vt:lpstr>Comandos para Criação de arquivos de texto</vt:lpstr>
      <vt:lpstr>Resultado dos comandos</vt:lpstr>
      <vt:lpstr>Comandos Linux -Básicos</vt:lpstr>
      <vt:lpstr>Obrigado pela atenção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160</cp:revision>
  <dcterms:created xsi:type="dcterms:W3CDTF">2025-11-28T19:34:37Z</dcterms:created>
  <dcterms:modified xsi:type="dcterms:W3CDTF">2025-11-28T20:09:38Z</dcterms:modified>
</cp:coreProperties>
</file>